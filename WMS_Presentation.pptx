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400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Inventory &amp; Space Optimization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Team — R. Aafiya Banu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3730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RCAS2025BDA205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RCE, Chennai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25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4425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Big Data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tracked via spreadsheets — error-prone and slow.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523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450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Space Utilization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75234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shelf allocation; warehouses run at low capacity.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7856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3712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401421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unknown until physical counts are done.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1261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1188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Gap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14904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and overstocking due to absence of predictive tools.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67712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9472" y="2523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2450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Issues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13248" y="275234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system; all staff had unrestricted data access.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9584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9472" y="37856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3712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Missing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401421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changed what — compliance risk.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27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managed via Excel / Google Sheets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stock counting periodically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511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email for transfer requests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audit trail for changes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compiled manually each month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Pain Points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536192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High Error Rate —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mistakes in data entry cause discrepancies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103120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Slow Response —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331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 for low stock or anomalies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670048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706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Role Control —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898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see and edit everything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236976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Wasted Space —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34655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 misallocated; capacity underutilized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803904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Scalability —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032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breaks when multiple warehouses added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1536192"/>
          </a:xfrm>
          <a:prstGeom prst="roundRect">
            <a:avLst>
              <a:gd name="adj" fmla="val 59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for all warehouses, users, and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536192"/>
          </a:xfrm>
          <a:prstGeom prst="roundRect">
            <a:avLst>
              <a:gd name="adj" fmla="val 59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298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&amp; reorder recommendations using 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743200" cy="1536192"/>
          </a:xfrm>
          <a:prstGeom prst="roundRect">
            <a:avLst>
              <a:gd name="adj" fmla="val 59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298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Optimization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8105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shelf allocation engine maximizes capacity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2743200" cy="1536192"/>
          </a:xfrm>
          <a:prstGeom prst="roundRect">
            <a:avLst>
              <a:gd name="adj" fmla="val 59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990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021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roles with granular permissions &amp; approval workflows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788920"/>
            <a:ext cx="2743200" cy="1536192"/>
          </a:xfrm>
          <a:prstGeom prst="roundRect">
            <a:avLst>
              <a:gd name="adj" fmla="val 59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2990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5021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dashboards, stock alerts, and exportable reports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788920"/>
            <a:ext cx="2743200" cy="1536192"/>
          </a:xfrm>
          <a:prstGeom prst="roundRect">
            <a:avLst>
              <a:gd name="adj" fmla="val 59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2990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5021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tracked — who, what, when, from where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225296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515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control, user mgmt,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45336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91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176479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5910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transfers, view all reports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230428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1305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shelves &amp; inventory per zone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24328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0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2843784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6700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stock-in/out, update inventory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9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Picker/Op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33832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2095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transfer &amp; pick orders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3922776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7490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audit logs &amp; reports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42816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88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78608" y="446227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42885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dashboards, no write access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Staff → raises request → Manager/Admin approves → System auto-updates inventory &amp; audit log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" y="16824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" y="20116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Barcode/SKU support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3408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24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0712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Warehouse Structure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47288" y="16824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→ Racks → Shelves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47288" y="20116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47288" y="23408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024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36792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Stock Transfers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73368" y="16824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Approval-based workflow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73368" y="20116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request system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73368" y="23408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8529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AI Forecasting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208" y="35112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automation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" y="41696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28529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10712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Reports &amp; Exports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47288" y="35112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016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export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47288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0168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47288" y="41696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0168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reports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28529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36792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73368" y="35112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Email/in-app alerts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73368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6248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triggers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73368" y="41696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reminders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51560"/>
            <a:ext cx="7315200" cy="685800"/>
          </a:xfrm>
          <a:prstGeom prst="roundRect">
            <a:avLst>
              <a:gd name="adj" fmla="val 933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161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234440"/>
            <a:ext cx="0" cy="3200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1612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Tailwind CSS +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7315200" cy="685800"/>
          </a:xfrm>
          <a:prstGeom prst="roundRect">
            <a:avLst>
              <a:gd name="adj" fmla="val 9333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984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057400"/>
            <a:ext cx="0" cy="3200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9842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 + Django REST Framework + JWT Auth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5603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697480"/>
            <a:ext cx="7315200" cy="685800"/>
          </a:xfrm>
          <a:prstGeom prst="roundRect">
            <a:avLst>
              <a:gd name="adj" fmla="val 93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807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880360"/>
            <a:ext cx="0" cy="3200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8072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(managed via Render)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33832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520440"/>
            <a:ext cx="7315200" cy="685800"/>
          </a:xfrm>
          <a:prstGeom prst="roundRect">
            <a:avLst>
              <a:gd name="adj" fmla="val 9333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630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703320"/>
            <a:ext cx="0" cy="3200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630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Forecasting Module · Optimization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206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343400"/>
            <a:ext cx="7315200" cy="685800"/>
          </a:xfrm>
          <a:prstGeom prst="roundRect">
            <a:avLst>
              <a:gd name="adj" fmla="val 9333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453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4526280"/>
            <a:ext cx="0" cy="3200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4453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— Web Service + Static Site + Managed DB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username, email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(7 types)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phone, department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02412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24128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607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499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name, location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2900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total_capacity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manager_name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02412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024128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0607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→ Rack → Shelf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1499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Hierarchical structure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capacity, shelf_code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7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occupied_capacity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788920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25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Category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264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sku, name, category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unit_price, unit_volume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959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reorder_level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788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788920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825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29000" y="3264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↔ shelf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90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quantity, last_updated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29000" y="3959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FKs to product &amp; shelf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2788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2788920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825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StockMovement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80760" y="3264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/ OUT / TRANSFER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8076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timestamp, notes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80760" y="3959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FK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636008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 User → AuditLog · Product → Inventory → Shelf → Rack → Zone → Warehouse · Product → StockMovement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~6.0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130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7797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734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0815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024128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24128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06070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157276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187452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3.17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17627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2130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247802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277977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2734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django-filter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308152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1024128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024128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06070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157276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9672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55080" y="18745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1828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psycopg2-binary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55080" y="21762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9672" y="2130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dj-database-url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247802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migrations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2898648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2898648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293522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Analytics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344728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" y="3401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" y="374904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Forecasting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405079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Optimization Engine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435254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(load testing)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46120" y="2898648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46120" y="2898648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293522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429000" y="34472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93592" y="3401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29000" y="374904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93592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429000" y="405079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93592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(django-cors-headers)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29000" y="435254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93592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72200" y="2898648"/>
            <a:ext cx="278892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72200" y="2898648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63640" y="293522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355080" y="344728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9672" y="3401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355080" y="374904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19672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 (static files)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355080" y="40507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19672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(managed)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355080" y="435254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19672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/api/token/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/api/inventory/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/api/warehouses/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/api/stock-movements/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/api/transfer-requests/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/api/reports/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62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Measures: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03120" y="443484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48840" y="4462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0480" y="443484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0" y="4462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decorators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443484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4462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django-cors-headers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5200" y="443484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44622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on Render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SCREENSHOTS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133856"/>
            <a:ext cx="2560320" cy="98755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1945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KPIs: total products, warehouse utilization, recent movements, stock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24128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133856"/>
            <a:ext cx="2560320" cy="98755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3385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Inventory Module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21945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with SKU, category filter, quantity, shelf location &amp; quick edit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024128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1928" y="1133856"/>
            <a:ext cx="2560320" cy="98755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13385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Transfer Requests 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21945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raises transfer; Supervisor/Manager approves or rejects with reason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3054096"/>
            <a:ext cx="2560320" cy="98755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05409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Reports 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41148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 history, space utilization charts, exportable to PDF/Excel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944368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3054096"/>
            <a:ext cx="2560320" cy="98755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5409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Warehouse Structure 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41148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view of Warehouse → Zone → Rack → Shelf hierarchy with capacity bars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2944368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81928" y="3054096"/>
            <a:ext cx="2560320" cy="987552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05409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User Management 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41148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to create users, assign roles, view audit logs per user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data entry errors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24128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60320" y="1847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warehouse space utilization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09160" y="1847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levels implemented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24128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858000" y="18470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coverage on all 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visibility eliminates guesswork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approvals reduce bottlenecks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879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prevents stockouts &amp; overstocking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69748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9472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2735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respond under 200ms on average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37307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supports multiple warehouses concurrently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41879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filtering reduces unnecessary data load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Complex Role Permissions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15968" y="116128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024128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698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DRF permission classes (IsAdminOrManager, IsAdminManagerOrStaff, etc.) with decorator-based enforcement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Multi-table Inventory Relationships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15968" y="1929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792224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8379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Normalized DB design: Product → Inventory → Shelf → Rack → Zone → Warehouse with cascading FKs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5176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Space Optimization Algorithm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15968" y="26974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06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optimization.py module calculates best-fit shelf based on available volume and product unit_volume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1985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CORS Issues on Deployment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5968" y="34655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3328416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3741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Configured django-cors-headers with environment-specific CORS_ALLOWED_ORIGINS list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879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React Static Site Routing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15968" y="42336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4096512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1422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Added _redirects file in public/ to handle client-side routing on Render static hosting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011680" cy="3822192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212140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" y="26883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barcode scanner support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325526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200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with sync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1024128"/>
            <a:ext cx="2011680" cy="3822192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024128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042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1591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33472" y="212140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demand models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33472" y="26883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integration &amp; auto-PO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33472" y="325526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200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stock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1024128"/>
            <a:ext cx="2011680" cy="3822192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024128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042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591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12140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IoT shelf sensors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82312" y="26883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weight monitoring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82312" y="325526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200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inventory updates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1024128"/>
            <a:ext cx="2011680" cy="3822192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024128"/>
            <a:ext cx="201168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10424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1591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31152" y="212140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2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31152" y="26883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31152" y="325526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32004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Q&amp;A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9875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1554480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600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WMS built with Django + React +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2121408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1671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7-role RBAC with approval workflows and full audit trail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2688336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73405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AI-powered demand forecasting &amp; space optimization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3255264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30098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Deployed live on Render with CI/CD via GitHub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3822192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86791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architecture ready for multi-warehouse rollout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4480560"/>
            <a:ext cx="5257800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50799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Open to Questions &amp; Feedback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Management System</dc:title>
  <dc:subject>PptxGenJS Presentation</dc:subject>
  <dc:creator>Aafiya Banu</dc:creator>
  <cp:lastModifiedBy>Aafiya Banu</cp:lastModifiedBy>
  <cp:revision>1</cp:revision>
  <dcterms:created xsi:type="dcterms:W3CDTF">2026-06-23T04:59:15Z</dcterms:created>
  <dcterms:modified xsi:type="dcterms:W3CDTF">2026-06-23T04:59:15Z</dcterms:modified>
</cp:coreProperties>
</file>